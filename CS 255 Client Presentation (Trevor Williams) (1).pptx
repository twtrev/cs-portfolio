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79" d="100"/>
          <a:sy n="79" d="100"/>
        </p:scale>
        <p:origin x="120"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DriverPass</a:t>
            </a:r>
            <a:r>
              <a:rPr lang="en-US" dirty="0"/>
              <a:t> system is intended to assist both employees and clients. Clients must be able to register, log in, plan classes, and take online practice exams. Employees require tools to handle consumer data and scheduling. In order to safeguard user data, the system must also be dependable and secure. These specifications aid in making the </a:t>
            </a:r>
            <a:r>
              <a:rPr lang="en-US" dirty="0" err="1"/>
              <a:t>DriverPass</a:t>
            </a:r>
            <a:r>
              <a:rPr lang="en-US" dirty="0"/>
              <a:t> experience seamless and well-organized.</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DriverPass</a:t>
            </a:r>
            <a:r>
              <a:rPr lang="en-US" dirty="0"/>
              <a:t> system is intended to assist both employees and clients. Clients must be able to register, log in, plan classes, and take online practice exams. Employees require tools to handle consumer data and scheduling. In order to safeguard user data, the system must also be dependable and secure. These specifications aid in making the </a:t>
            </a:r>
            <a:r>
              <a:rPr lang="en-US" dirty="0" err="1"/>
              <a:t>DriverPass</a:t>
            </a:r>
            <a:r>
              <a:rPr lang="en-US" dirty="0"/>
              <a:t> experience seamless and well-organized.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steps a consumer must take to schedule a driving lesson are depicted in this figure. The consumer logs in and chooses a class to start the process. After that, the system displays the times that are available and determines whether the chosen time is open. The lesson is confirmed if it is accessible. If not, the client selects a different time. This avoids disputes and keeps scheduling structured.</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system stores schedule and personal data, security is crucial. Users have varying degrees of access, and they must log in with secure credentials. This stops unwanted access. Additionally, the system has backups in case something goes wrong and safeguards saved data. These aspects contribute to the company's and its clients' safety. </a:t>
            </a:r>
            <a:br>
              <a:rPr lang="en-US" dirty="0"/>
            </a:b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Despite its usefulness, the method has certain drawbacks. Users may experience problems if they have a bad connection because it depends on internet access. To be accurate, it also depends on current DMV data. Although the system assists users in getting ready, it cannot ensure that they will pass the test. </a:t>
            </a:r>
            <a:r>
              <a:rPr lang="en-US"/>
              <a:t>Lastly, the system needs to be updated and maintained on a regular basis in order to function correctly. </a:t>
            </a:r>
            <a:br>
              <a:rPr lang="en-US"/>
            </a:b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Trevor Williams</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5" name="Rectangle 2">
            <a:extLst>
              <a:ext uri="{FF2B5EF4-FFF2-40B4-BE49-F238E27FC236}">
                <a16:creationId xmlns:a16="http://schemas.microsoft.com/office/drawing/2014/main" id="{4D3F78A4-D5BA-26B5-7EF3-667429AD4E6B}"/>
              </a:ext>
            </a:extLst>
          </p:cNvPr>
          <p:cNvSpPr>
            <a:spLocks noGrp="1" noChangeArrowheads="1"/>
          </p:cNvSpPr>
          <p:nvPr>
            <p:ph idx="1"/>
          </p:nvPr>
        </p:nvSpPr>
        <p:spPr bwMode="auto">
          <a:xfrm>
            <a:off x="6091238" y="2309099"/>
            <a:ext cx="5414239"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Users can create accounts and log in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Customers can schedule driving lessons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Customers can take online practice tests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Staff can manage users and schedules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System must be secure and reliable </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a:solidFill>
                  <a:schemeClr val="bg1"/>
                </a:solidFill>
              </a:rPr>
              <a:t>Use Case Diagram</a:t>
            </a:r>
            <a:endParaRPr lang="en-US" dirty="0">
              <a:solidFill>
                <a:schemeClr val="bg1"/>
              </a:solidFill>
            </a:endParaRPr>
          </a:p>
        </p:txBody>
      </p:sp>
      <p:pic>
        <p:nvPicPr>
          <p:cNvPr id="5" name="Picture 4">
            <a:extLst>
              <a:ext uri="{FF2B5EF4-FFF2-40B4-BE49-F238E27FC236}">
                <a16:creationId xmlns:a16="http://schemas.microsoft.com/office/drawing/2014/main" id="{0DB1E0FC-C41E-92E6-4DF6-53FF804640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7067" y="0"/>
            <a:ext cx="4792133" cy="685800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[Inhere.]</a:t>
            </a:r>
            <a:endParaRPr sz="2400" dirty="0">
              <a:solidFill>
                <a:srgbClr val="000000"/>
              </a:solidFill>
            </a:endParaRPr>
          </a:p>
        </p:txBody>
      </p:sp>
      <p:pic>
        <p:nvPicPr>
          <p:cNvPr id="10" name="Picture 9">
            <a:extLst>
              <a:ext uri="{FF2B5EF4-FFF2-40B4-BE49-F238E27FC236}">
                <a16:creationId xmlns:a16="http://schemas.microsoft.com/office/drawing/2014/main" id="{D7D33F38-25CB-0DBB-1B31-07D968BC4F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5931" y="80495"/>
            <a:ext cx="6154009" cy="669701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7" name="Rectangle 4">
            <a:extLst>
              <a:ext uri="{FF2B5EF4-FFF2-40B4-BE49-F238E27FC236}">
                <a16:creationId xmlns:a16="http://schemas.microsoft.com/office/drawing/2014/main" id="{70485F77-C660-3AC2-6A0A-875A5ADDBFD6}"/>
              </a:ext>
            </a:extLst>
          </p:cNvPr>
          <p:cNvSpPr>
            <a:spLocks noGrp="1" noChangeArrowheads="1"/>
          </p:cNvSpPr>
          <p:nvPr>
            <p:ph idx="1"/>
          </p:nvPr>
        </p:nvSpPr>
        <p:spPr bwMode="auto">
          <a:xfrm>
            <a:off x="6091238" y="2309098"/>
            <a:ext cx="5409879"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User login with username and password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Different access levels for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Protection of personal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Regular system updates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Backup and recovery </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5" name="Rectangle 2">
            <a:extLst>
              <a:ext uri="{FF2B5EF4-FFF2-40B4-BE49-F238E27FC236}">
                <a16:creationId xmlns:a16="http://schemas.microsoft.com/office/drawing/2014/main" id="{EC74AFBD-B322-165E-91E2-AF7A7B66B6F0}"/>
              </a:ext>
            </a:extLst>
          </p:cNvPr>
          <p:cNvSpPr>
            <a:spLocks noGrp="1" noChangeArrowheads="1"/>
          </p:cNvSpPr>
          <p:nvPr>
            <p:ph type="body" idx="1"/>
          </p:nvPr>
        </p:nvSpPr>
        <p:spPr bwMode="auto">
          <a:xfrm>
            <a:off x="6091238" y="2493764"/>
            <a:ext cx="5195268"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Requires internet access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Depends on updated DMV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Cannot guarantee test success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Requires maintenance and updates </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1358</TotalTime>
  <Words>459</Words>
  <Application>Microsoft Office PowerPoint</Application>
  <PresentationFormat>Widescreen</PresentationFormat>
  <Paragraphs>37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Williams, Trevor</cp:lastModifiedBy>
  <cp:revision>22</cp:revision>
  <dcterms:created xsi:type="dcterms:W3CDTF">2019-10-14T02:36:52Z</dcterms:created>
  <dcterms:modified xsi:type="dcterms:W3CDTF">2026-04-19T15:58:43Z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